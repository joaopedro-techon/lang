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arquitetura de referência já existe; hoje falamos de como ela chega ao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existe e está acordado: padrões, ADRs e templates de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é passivo. A distância entre desenho e código é humana, e por isso varia.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 de mercado seguem conosco. O que falta é o padrão da casa aplicado por cima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certa é onde a IA deve decidir. Coletar requisitos é decisão; escrever código é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 própria sobre plataforma existente: LangGraph para orquestração, IaraGenAI como fundação.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em uma frase: o comportamento do agente é declarado como grafo, não espalhado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grafos no mesmo motor: um com LLM, dois sem token nenhum. O harness roteia cada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o terminal: texto solto conversa com LLM, comando com barra é determinístico.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agente decide quando consultar a base vetorial. Buscar sempre custa token e traz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Wizard determinístico até a spec; só depois dela o LLM escreve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limites são código, não recomendação no prompt. Cinco freios.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ganhos para a gerência e o que passamos a medir.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Já é instalável e versionado. Três horizontes.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estações entregues, duas previstas sem data. O calendário depende da capacidade acordada.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pedidos concretos: produto com dono, squads-piloto, espaço para apresentar às demais áreas.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65609"/>
            <a:ext cx="838088" cy="952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" name="Text 1"/>
          <p:cNvSpPr/>
          <p:nvPr/>
        </p:nvSpPr>
        <p:spPr>
          <a:xfrm>
            <a:off x="2019040" y="952500"/>
            <a:ext cx="642197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CUSTÓDIA DE ATIVOS PF · ENGENHARIA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3924412"/>
            <a:ext cx="14668500" cy="1257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76"/>
              </a:lnSpc>
              <a:buNone/>
            </a:pPr>
            <a:r>
              <a:rPr lang="en-US" sz="9600" b="1" spc="-192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Do desenho ao código.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52500" y="5486549"/>
            <a:ext cx="11282363" cy="1104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30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Custod.IA — o agente que leva a arquitetura de referência até o repositório.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203531"/>
            <a:ext cx="382858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Python · LangGraph · IaraGenAI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966395" y="9203531"/>
            <a:ext cx="302824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Apresentação à gerência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ONDE CHEGAMOS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está estabelecida.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85703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Padrões de projeto, camadas, regra de dependência, decisões em ADR e o desenho do worker e da infraestrutura: definidos, registrados e acordados.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134259"/>
            <a:ext cx="5206938" cy="31650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553210"/>
            <a:ext cx="488943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DEFINIDO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5065179"/>
            <a:ext cx="4889432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Padrões e camadas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33500" y="5720023"/>
            <a:ext cx="4578286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Organização por camada, regra de dependência e contratos entre as peças.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40438" y="4134259"/>
            <a:ext cx="5206938" cy="31650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0" name="Text 8"/>
          <p:cNvSpPr/>
          <p:nvPr/>
        </p:nvSpPr>
        <p:spPr>
          <a:xfrm>
            <a:off x="6921438" y="4553210"/>
            <a:ext cx="488943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REGISTRADO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21438" y="5065179"/>
            <a:ext cx="4889432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ADRs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21438" y="5720023"/>
            <a:ext cx="4578286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Decisões técnicas registradas com contexto e consequência, em vez de conhecimento tácito.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28376" y="4134259"/>
            <a:ext cx="5207124" cy="31650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09376" y="4553210"/>
            <a:ext cx="48896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MATERIALIZADO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509376" y="5065179"/>
            <a:ext cx="4889636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Templates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509376" y="5720023"/>
            <a:ext cx="4578478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Projetos-molde que mostram, em código, como o padrão se parece na prática.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7832638"/>
            <a:ext cx="13620750" cy="464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06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Resta a pergunta difícil: como esse desenho vira código, todo dia, em todo projeto?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PROBLEMA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Mapa não vira código sozinho.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85703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Documentação é passiva. Skill, playbook e guia dependem de alguém lembrar que existem, abrir, interpretar e aplicar — projeto a projeto, desenvolvedor a desenvolvedor, sprint a sprint.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210534"/>
            <a:ext cx="5615899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69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5029646"/>
            <a:ext cx="5615899" cy="449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distância é humana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5650446"/>
            <a:ext cx="5258524" cy="12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Duas squads leem a mesma página e entregam dois projetos diferentes. O resultado depende de quem executa.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91226" y="4210534"/>
            <a:ext cx="5615899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69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91226" y="5029646"/>
            <a:ext cx="5615899" cy="449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Conformidade vira auditoria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91226" y="5650446"/>
            <a:ext cx="5258524" cy="12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Verificada depois, quando corrigir já é caro, em vez de garantida antes, quando ainda é barato.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29951" y="4210534"/>
            <a:ext cx="5616104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69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229951" y="5029646"/>
            <a:ext cx="5616104" cy="449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custo recai sobre quem chega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29951" y="5650446"/>
            <a:ext cx="5258715" cy="8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Semanas até distinguir o que é padrão da casa do que é preferência do autor.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7461498"/>
            <a:ext cx="13244513" cy="891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06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preciso estratégia e técnica para aplicar a arquitetura no código, não mais documentação sobre ela.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FALTA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16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 ferramentas de mercado são boas — e seguem com a gente.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24125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Devin, Claude Code e os demais entregam valor real e seguem no nosso dia a dia. O que falta não é ferramenta melhor: é o padrão da casa aplicado por cima dela, em todo projeto novo.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825069"/>
            <a:ext cx="7982024" cy="22389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57226" y="4072682"/>
            <a:ext cx="8109831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Contexto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57226" y="4656088"/>
            <a:ext cx="7593750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nossa arquitetura, as nossas ADRs e as nossas contas AWS não vêm de fábrica em ferramenta alguma. Alguém precisa colocá-las no caminho.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53476" y="3825069"/>
            <a:ext cx="7982024" cy="22389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58201" y="4072682"/>
            <a:ext cx="8109831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Fronteira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58201" y="4656088"/>
            <a:ext cx="7593750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Parte do trabalho é decisão já tomada. Sem fronteira explícita, tudo vira interpretação — inclusive o que já era regra.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254502"/>
            <a:ext cx="7982024" cy="22389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226" y="6502115"/>
            <a:ext cx="8109831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Repetibilidade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57226" y="7085521"/>
            <a:ext cx="7593750" cy="8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padrão precisa sair igual todas as vezes. Isso é propriedade de código, não de conversa.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53476" y="6254502"/>
            <a:ext cx="7982024" cy="22389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201" y="6502115"/>
            <a:ext cx="8109831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Reaproveitamento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58201" y="7085521"/>
            <a:ext cx="7593750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bom prompt resolve um projeto. Um harness resolve todos — e continua valendo quando o modelo, ou a ferramenta, mudar.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8798161"/>
            <a:ext cx="15716250" cy="464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06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não substitui as ferramentas: dá a elas o contexto e o trilho da nossa arquitetura.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VIRADA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6874490" cy="1395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pergunta não é qual ferramenta usar. É quando usar cada tipo de fluxo.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5419948" y="3972037"/>
            <a:ext cx="5729139" cy="23813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5" name="Text 3"/>
          <p:cNvSpPr/>
          <p:nvPr/>
        </p:nvSpPr>
        <p:spPr>
          <a:xfrm>
            <a:off x="5419948" y="3317193"/>
            <a:ext cx="5901013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determinístico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1606175" y="3972037"/>
            <a:ext cx="5729139" cy="23813"/>
          </a:xfrm>
          <a:prstGeom prst="rect">
            <a:avLst/>
          </a:prstGeom>
          <a:solidFill>
            <a:srgbClr val="5B7FD1"/>
          </a:solidFill>
          <a:ln/>
        </p:spPr>
      </p:sp>
      <p:sp>
        <p:nvSpPr>
          <p:cNvPr id="7" name="Text 5"/>
          <p:cNvSpPr/>
          <p:nvPr/>
        </p:nvSpPr>
        <p:spPr>
          <a:xfrm>
            <a:off x="11606175" y="3317193"/>
            <a:ext cx="5901013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com LLM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2500" y="4491038"/>
            <a:ext cx="4130671" cy="371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decide o passo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19948" y="4491038"/>
            <a:ext cx="5901013" cy="424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67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código — arestas explícitas do grafo.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1606175" y="4491038"/>
            <a:ext cx="5901013" cy="424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67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modelo, a partir do contexto.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52500" y="5334707"/>
            <a:ext cx="4130671" cy="371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Mesma entrada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19948" y="5334707"/>
            <a:ext cx="5901013" cy="424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67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Sempre a mesma saída.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606175" y="5334707"/>
            <a:ext cx="5901013" cy="424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67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Saída não garantida.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6178376"/>
            <a:ext cx="4130671" cy="371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Serve para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19948" y="6178376"/>
            <a:ext cx="5901013" cy="811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67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Coletar requisitos, validar, configurar infraestrutura e gravar a decisão.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1606175" y="6178376"/>
            <a:ext cx="5901013" cy="1198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67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Interpretar texto livre, explicar o domínio e escrever código a partir de decisão já fechada.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52500" y="7795580"/>
            <a:ext cx="4130671" cy="371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Risco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19948" y="7795580"/>
            <a:ext cx="5901013" cy="424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67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Nenhum. Custo de token: zero.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1606175" y="7795580"/>
            <a:ext cx="5901013" cy="811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67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Alucinação e drift — por isso, sempre com freio.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52500" y="9064005"/>
            <a:ext cx="18021300" cy="464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06"/>
              </a:lnSpc>
              <a:buNone/>
            </a:pPr>
            <a:r>
              <a:rPr lang="en-US" sz="240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é quem sabe a diferença e escolhe o trilho certo a cada passo. É daí que vem a assertividade.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Construir o harness em casa, sobre o que o banco já tem.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85703"/>
            <a:ext cx="14225588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Estudamos o que existe no mercado e dentro do banco. A decisão foi por solução própria por um motivo específico: o harness é nosso — evolui no nosso ritmo e a mesma engine se reaproveita em outras soluções.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565861"/>
            <a:ext cx="567176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5058668"/>
            <a:ext cx="5671765" cy="495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engine é ativo nosso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5687095"/>
            <a:ext cx="5310835" cy="1640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Orquestração, guardrails, ferramentas e integração com a plataforma do banco ficam numa base que já serve à próxima solução, não só a esta.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65739" y="4565861"/>
            <a:ext cx="567197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65739" y="5058668"/>
            <a:ext cx="5671970" cy="495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Evolui na nossa agenda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65739" y="5687095"/>
            <a:ext cx="5311027" cy="1640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Uma necessidade nova da custódia vira feature quando decidirmos, com o contexto que só nós temos, sem depender de roadmap de terceiro.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179164" y="4565861"/>
            <a:ext cx="567176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179164" y="5058668"/>
            <a:ext cx="5671765" cy="495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Assenta sobre o IaraGenAI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179164" y="5687095"/>
            <a:ext cx="5310835" cy="1640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Modelos democratizados, gateway autenticado e base vetorial já existem na casa. Consumimos a plataforma em vez de construir outra.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7860729"/>
            <a:ext cx="14716125" cy="891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06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Não construímos plataforma de IA nem substituímos ferramenta de codificação. Construímos o trilho que aplica a nossa arquitetura — reaproveitável por construção.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16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LangGraph, em uma frase: o fluxo do agente vira um diagrama.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24125"/>
            <a:ext cx="14716125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uma biblioteca de orquestração. Em vez de ficar espalhado no código, o comportamento do agente é declarado como um grafo: caixas que fazem uma coisa cada e setas que dizem para onde ir depois.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351734"/>
            <a:ext cx="7886774" cy="234348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295363" y="4656460"/>
            <a:ext cx="7921154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Nó — uma caixa, um passo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363" y="5230192"/>
            <a:ext cx="7417080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Perguntar a fila, consultar a AWS, chamar o modelo, gravar a spec. Cada passo é isolado: dá para testar e trocar um sem mexer nos outros.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48726" y="4351734"/>
            <a:ext cx="7886774" cy="234348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9791588" y="4656460"/>
            <a:ext cx="7921154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Aresta condicional — a regra visível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91588" y="5230192"/>
            <a:ext cx="7417080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"Se não confirmou, encerra sem gravar" é uma seta no diagrama, que se lê e se audita — não uma condicional perdida em duzentas linhas.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961808"/>
            <a:ext cx="7886774" cy="234348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363" y="7266533"/>
            <a:ext cx="7921154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Pausa e retomada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95363" y="7840266"/>
            <a:ext cx="7417080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congela, descreve o que precisa saber e espera. Hoje quem responde é o terminal; amanhã pode ser uma tela web, sem tocar no fluxo.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48726" y="6961808"/>
            <a:ext cx="7886774" cy="234348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588" y="7266533"/>
            <a:ext cx="7921154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 motor só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791588" y="7840266"/>
            <a:ext cx="7417080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Fluxo determinístico e fluxo com LLM são grafos na mesma biblioteca. Uma forma de orquestrar, e a engine inteira reaproveitável.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HOJE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16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que já está desenhado e rodando.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485988"/>
            <a:ext cx="15206662" cy="921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85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Três grafos no mesmo motor. Um usa LLM; dois não consomem token algum — e é o harness que roteia cada pedido para o trilho certo.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3712518"/>
            <a:ext cx="5615899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Conversa · com LLM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4333875"/>
            <a:ext cx="5105363" cy="502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448175"/>
            <a:ext cx="4877524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4988533"/>
            <a:ext cx="561589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5438552"/>
            <a:ext cx="5105363" cy="87585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571753"/>
            <a:ext cx="5196799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883548"/>
            <a:ext cx="519679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chama o modelo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6466768"/>
            <a:ext cx="561589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tool_call · ↑ resultado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6916787"/>
            <a:ext cx="5105363" cy="875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049988"/>
            <a:ext cx="5196799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43000" y="7361783"/>
            <a:ext cx="519679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executa e devolve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7945003"/>
            <a:ext cx="561589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sem tool_call → END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8471111"/>
            <a:ext cx="5258524" cy="10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52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Ferramentas: ler e listar arquivos, escrever, rodar Maven e buscar na base de conhecimento.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591226" y="3712518"/>
            <a:ext cx="5615899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/initialize · determinístico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591226" y="4333875"/>
            <a:ext cx="5105363" cy="502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81726" y="4448175"/>
            <a:ext cx="4877524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tipo_projeto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app → END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591226" y="4988533"/>
            <a:ext cx="5105363" cy="502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81726" y="5102833"/>
            <a:ext cx="4877524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gatilho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schedule → END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591226" y="5643190"/>
            <a:ext cx="5105363" cy="502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781726" y="5757490"/>
            <a:ext cx="4877524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 · vazão · dependências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591226" y="6297848"/>
            <a:ext cx="5105363" cy="502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81726" y="6412148"/>
            <a:ext cx="4877524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não → END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6591226" y="6952506"/>
            <a:ext cx="5105363" cy="50229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8" name="Text 26"/>
          <p:cNvSpPr/>
          <p:nvPr/>
        </p:nvSpPr>
        <p:spPr>
          <a:xfrm>
            <a:off x="6781726" y="7066806"/>
            <a:ext cx="4877524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 → spec.json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6591226" y="7683252"/>
            <a:ext cx="5258524" cy="10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52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 nó chama modelo. Só o último escreve em disco: desistir em qualquer ponto não deixa rastro.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229951" y="3712518"/>
            <a:ext cx="5616104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/infra · determinístico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2229951" y="4333875"/>
            <a:ext cx="5105549" cy="502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420451" y="4448175"/>
            <a:ext cx="4877715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ambientes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dev · hom · prod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229951" y="4988533"/>
            <a:ext cx="5105549" cy="502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2420451" y="5102833"/>
            <a:ext cx="4877715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validar_perfis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falhou → END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2229951" y="5643190"/>
            <a:ext cx="5105549" cy="1311734"/>
          </a:xfrm>
          <a:prstGeom prst="rect">
            <a:avLst/>
          </a:prstGeom>
          <a:ln w="11906">
            <a:solidFill>
              <a:srgbClr val="EC700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2432357" y="5788298"/>
            <a:ext cx="51708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CICLO · UM AMBIENTE POR VEZ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432357" y="6143067"/>
            <a:ext cx="484175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875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→ vpc → subnets → cidrs → filas → vazão → sts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2229951" y="7107287"/>
            <a:ext cx="5105549" cy="50229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9" name="Text 37"/>
          <p:cNvSpPr/>
          <p:nvPr/>
        </p:nvSpPr>
        <p:spPr>
          <a:xfrm>
            <a:off x="12420451" y="7221587"/>
            <a:ext cx="4877715" cy="311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 → escrever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12229951" y="7838033"/>
            <a:ext cx="5258715" cy="731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52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chama a AWS nunca pausa: retomar uma sessão não refaz consulta de rede.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NA PRÁTICA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— o agente da custódia.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776203"/>
            <a:ext cx="7519978" cy="13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85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desenvolvedor entra na pasta do repositório e executa </a:t>
            </a:r>
            <a:pPr algn="l" indent="0" marL="0">
              <a:lnSpc>
                <a:spcPct val="112485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custodia </a:t>
            </a:r>
            <a:pPr algn="l" indent="0" marL="0">
              <a:lnSpc>
                <a:spcPct val="112485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. No mesmo lugar, dois modos de uso.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4444566"/>
            <a:ext cx="803104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Conversa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5018298"/>
            <a:ext cx="7519978" cy="8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Texto livre, assistido por LLM e ancorado no nosso domínio.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2500" y="6162229"/>
            <a:ext cx="803104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Comandos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52500" y="6735961"/>
            <a:ext cx="7519978" cy="8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Iniciados por barra: 100% determinísticos, sem improviso. A separação é deliberada e visível para quem usa.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939175" y="2776203"/>
            <a:ext cx="8396139" cy="4944070"/>
          </a:xfrm>
          <a:prstGeom prst="rect">
            <a:avLst/>
          </a:prstGeom>
          <a:solidFill>
            <a:srgbClr val="0F1420"/>
          </a:solidFill>
          <a:ln/>
        </p:spPr>
      </p:sp>
      <p:sp>
        <p:nvSpPr>
          <p:cNvPr id="10" name="Text 8"/>
          <p:cNvSpPr/>
          <p:nvPr/>
        </p:nvSpPr>
        <p:spPr>
          <a:xfrm>
            <a:off x="9377288" y="3195154"/>
            <a:ext cx="7745510" cy="126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5B7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 Custod.IA 0.2.0 · agente da custódia ══════════════════════════════════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77288" y="4630229"/>
            <a:ext cx="7745510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 é o padrão de retry do listener SQS?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77288" y="5248238"/>
            <a:ext cx="7745510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8FD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buscar_conhecimento — consulta a KB da arquitetura </a:t>
            </a:r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 ancorada no documento, com a fonte citada.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377288" y="6274780"/>
            <a:ext cx="7745510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/initialize </a:t>
            </a:r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wizard determinístico — zero token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377288" y="6892789"/>
            <a:ext cx="7745510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/infra </a:t>
            </a:r>
            <a:pPr algn="l" indent="0" marL="0">
              <a:lnSpc>
                <a:spcPct val="143000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dev, hom e prod — lendo a AWS real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01 · RAG DA ARQUITETURA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referência, respondendo.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85703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avalia se precisa consultar a base vetorial antes de responder. Não busca sempre: buscar sempre custa token e traz ruído.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134259"/>
            <a:ext cx="8633501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base é a do banco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4707992"/>
            <a:ext cx="8084096" cy="12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indexação vem da solução interna de embedding do IaraGenAI; o agente consome a Knowledge Base, sem índice paralelo.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486863" y="4134259"/>
            <a:ext cx="8633501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decisão de buscar é do agente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486863" y="4707992"/>
            <a:ext cx="8084096" cy="8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aqui que a IA agrega valor: julgar se a pergunta trata do nosso padrão ou de Java genérico.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52500" y="6328544"/>
            <a:ext cx="8633501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resposta vem ancorada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6902276"/>
            <a:ext cx="8084096" cy="8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No nosso documento, com a fonte citada, e não no treinamento do modelo.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486863" y="6328544"/>
            <a:ext cx="8633501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efeito prático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486863" y="6902276"/>
            <a:ext cx="8084096" cy="8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deixa de ser um documento a ser aberto e passa a responder onde o desenvolvedor está: o terminal.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02 · STARTER DE PROJETOS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 projeto novo que nasce dentro do padrão.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14340"/>
            <a:ext cx="3924412" cy="21364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76201" y="3119065"/>
            <a:ext cx="36047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/initialize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76201" y="3566666"/>
            <a:ext cx="3604710" cy="397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determinístico, sem LLM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5105363" y="2814340"/>
            <a:ext cx="3924412" cy="21364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29064" y="3119065"/>
            <a:ext cx="36047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spec.json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29064" y="3566666"/>
            <a:ext cx="3375320" cy="75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 versionada e revisável em PR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258226" y="2814340"/>
            <a:ext cx="3924412" cy="21364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581927" y="3119065"/>
            <a:ext cx="36047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/infra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81927" y="3566666"/>
            <a:ext cx="3375320" cy="1117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terraform de dev, hom e prod com dados reais da conta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3411088" y="2814340"/>
            <a:ext cx="3924412" cy="2136428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34790" y="3119065"/>
            <a:ext cx="36047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A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734790" y="3566666"/>
            <a:ext cx="3375320" cy="75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aqui, sim, o LLM escreve — a partir da spec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52500" y="5560219"/>
            <a:ext cx="561589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Oferece o que existe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52500" y="6110139"/>
            <a:ext cx="5258524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Cluster, VPC, subnets e filas são listados a partir da conta, em vez de digitados de memória.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91226" y="5560219"/>
            <a:ext cx="561589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Autoscaling calculado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591226" y="6110139"/>
            <a:ext cx="5258524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Fórmula sobre vazão, concorrência e tempo de processamento, com o cálculo exibido antes de gravar.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229951" y="5560219"/>
            <a:ext cx="5616104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Nada antes da confirmação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229951" y="6110139"/>
            <a:ext cx="5258715" cy="1198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depende de confirmação explícita. Cancelar não deixa rastro no projeto.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GOVERNANÇA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Onde a IA entra, ela entra com freio.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85703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diferença entre um agente de mercado e um agente da casa: aqui os limites são código, não recomendação em prompt.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210534"/>
            <a:ext cx="3268898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41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4915235"/>
            <a:ext cx="3268898" cy="403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91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spec é a fronteira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5452132"/>
            <a:ext cx="3060877" cy="1901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Antes dela, tudo é determinístico. Depois dela, um erro do modelo é erro de código, nunca de decisão.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4305226" y="4210534"/>
            <a:ext cx="3268898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41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05226" y="4915235"/>
            <a:ext cx="3268898" cy="403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91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Human-in-the-loop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05226" y="5452132"/>
            <a:ext cx="3060877" cy="1901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em arquivo e todo comando de build param e pedem aprovação, com o conteúdo na tela.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7657951" y="4210534"/>
            <a:ext cx="3269103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41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657951" y="4915235"/>
            <a:ext cx="3269103" cy="403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91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Sandbox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57951" y="5452132"/>
            <a:ext cx="3061069" cy="1528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As ferramentas do agente estão presas à pasta do projeto. Ele não escapa dela.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1010863" y="4210534"/>
            <a:ext cx="3268898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41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010863" y="4915235"/>
            <a:ext cx="3268898" cy="403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91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Só leitura na nuvem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010863" y="5452132"/>
            <a:ext cx="3060877" cy="1901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consulta a AWS e nunca aplica. Quem aplica é o Terraform, pelo pipeline e pelas aprovações de sempre.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4363588" y="4210534"/>
            <a:ext cx="3269103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41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4363588" y="4915235"/>
            <a:ext cx="3269103" cy="403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91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Decisão auditável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363588" y="5452132"/>
            <a:ext cx="3061069" cy="1528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spec.json vai para o repositório e é revisada em PR, separada do código gerado.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MUDA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que muda para a gerência.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14340"/>
            <a:ext cx="7924726" cy="2525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52476" y="3176178"/>
            <a:ext cx="783725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CONFORMIDADE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52476" y="3630848"/>
            <a:ext cx="7837252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Padrão por construção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52476" y="4204581"/>
            <a:ext cx="7338518" cy="8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projeto nasce aderente à arquitetura. A revisão deixa de procurar desvios e passa a discutir negócio.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10588" y="2814340"/>
            <a:ext cx="7924912" cy="2525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10564" y="3176178"/>
            <a:ext cx="783745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10564" y="3630848"/>
            <a:ext cx="7837456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Token onde faz diferença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810564" y="4204581"/>
            <a:ext cx="7338709" cy="8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regra vira código e custa zero. O modelo é acionado apenas onde há julgamento a fazer.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644679"/>
            <a:ext cx="7924726" cy="2525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476" y="6006517"/>
            <a:ext cx="783725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TEMPO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52476" y="6461187"/>
            <a:ext cx="7837252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Setup em minutos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52476" y="7034919"/>
            <a:ext cx="7338518" cy="8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Configurar projeto e infraestrutura deixa de consumir uma semana de adaptação entre repositórios.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10588" y="5644679"/>
            <a:ext cx="7924912" cy="2525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810564" y="6006517"/>
            <a:ext cx="783745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CONHECIMENTO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10564" y="6461187"/>
            <a:ext cx="7837456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Padrão que não evapora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810564" y="7034919"/>
            <a:ext cx="7338709" cy="8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fica no agente, e não apenas com quem a escreveu. Quem chega já produz dentro do padrão.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500" y="8627380"/>
            <a:ext cx="1569720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Métricas a acompanhar a partir daqui: tempo até o primeiro deploy, desvios de arquitetura encontrados em revisão e custo de token por projeto configurado.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não é um script. É um produto.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85703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Já é instalável, versionado e distribuído internamente pelo Artifactory do banco — </a:t>
            </a:r>
            <a:pPr algn="l" indent="0" marL="0">
              <a:lnSpc>
                <a:spcPct val="112686"/>
              </a:lnSpc>
              <a:buNone/>
            </a:pPr>
            <a:r>
              <a:rPr lang="en-US" sz="25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pip install custodia-cli </a:t>
            </a:r>
            <a:pPr algn="l" indent="0" marL="0">
              <a:lnSpc>
                <a:spcPct val="112686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. Tem versão, release e usuários. Falta tratá-lo como produto na agenda da área.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172396"/>
            <a:ext cx="561589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665204"/>
            <a:ext cx="5615899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Evoluir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5384229"/>
            <a:ext cx="5258524" cy="1640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Fechar o ciclo: geração do pom.xml e do listener a partir da spec, suporte a App e Schedule além do Worker e retomada de sessão interrompida.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91226" y="4172396"/>
            <a:ext cx="561589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91226" y="4665204"/>
            <a:ext cx="5615899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Democratizar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591226" y="5384229"/>
            <a:ext cx="5258524" cy="12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a custódia usando: onboarding das squads, documentação viva e coleta de uso para priorizar o backlog com dado.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29951" y="4172396"/>
            <a:ext cx="561610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29951" y="4665204"/>
            <a:ext cx="5616104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Expandir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229951" y="5384229"/>
            <a:ext cx="5258715" cy="12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Além da custódia: o motor é o mesmo. Trocar o domínio e a arquitetura de referência atende outras áreas.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LINHA DO TEMPO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16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caminho já está desenhado. A data, ainda não.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943262"/>
            <a:ext cx="247613" cy="247613"/>
          </a:xfrm>
          <a:prstGeom prst="ellipse">
            <a:avLst/>
          </a:prstGeom>
          <a:solidFill>
            <a:srgbClr val="EC7000"/>
          </a:solidFill>
          <a:ln/>
        </p:spPr>
      </p:sp>
      <p:sp>
        <p:nvSpPr>
          <p:cNvPr id="5" name="Shape 3"/>
          <p:cNvSpPr/>
          <p:nvPr/>
        </p:nvSpPr>
        <p:spPr>
          <a:xfrm>
            <a:off x="1200113" y="3048000"/>
            <a:ext cx="2785132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400351"/>
            <a:ext cx="3336020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Fundação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4026545"/>
            <a:ext cx="33360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4545583"/>
            <a:ext cx="3123727" cy="1901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CLI distribuída pelo Artifactory, conversa sobre o domínio, guardrails de aprovação e sandbox.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4289971" y="2943262"/>
            <a:ext cx="247613" cy="247613"/>
          </a:xfrm>
          <a:prstGeom prst="ellipse">
            <a:avLst/>
          </a:prstGeom>
          <a:solidFill>
            <a:srgbClr val="EC7000"/>
          </a:solidFill>
          <a:ln/>
        </p:spPr>
      </p:sp>
      <p:sp>
        <p:nvSpPr>
          <p:cNvPr id="10" name="Shape 8"/>
          <p:cNvSpPr/>
          <p:nvPr/>
        </p:nvSpPr>
        <p:spPr>
          <a:xfrm>
            <a:off x="4537583" y="3048000"/>
            <a:ext cx="2785132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1" name="Text 9"/>
          <p:cNvSpPr/>
          <p:nvPr/>
        </p:nvSpPr>
        <p:spPr>
          <a:xfrm>
            <a:off x="4289971" y="3400351"/>
            <a:ext cx="3336020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RAG da arquitetura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289971" y="4026545"/>
            <a:ext cx="33360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289971" y="4545583"/>
            <a:ext cx="3123727" cy="1155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decide quando consultar a base vetorial no IaraGenAI.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7627441" y="2943262"/>
            <a:ext cx="247613" cy="247613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EC7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75054" y="3048000"/>
            <a:ext cx="2785318" cy="37951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16" name="Text 14"/>
          <p:cNvSpPr/>
          <p:nvPr/>
        </p:nvSpPr>
        <p:spPr>
          <a:xfrm>
            <a:off x="7627441" y="3400351"/>
            <a:ext cx="3123919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Starter e infraestrutura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627441" y="4443264"/>
            <a:ext cx="312391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 · ESTAMOS AQUI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627441" y="5271864"/>
            <a:ext cx="3123919" cy="1528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Wizard determinístico da spec e Terraform de dev, hom e prod com contas AWS reais.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965098" y="2943262"/>
            <a:ext cx="247613" cy="247613"/>
          </a:xfrm>
          <a:prstGeom prst="ellipse">
            <a:avLst/>
          </a:prstGeom>
          <a:ln w="35719">
            <a:solidFill>
              <a:srgbClr val="5B7F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12711" y="3048000"/>
            <a:ext cx="2785132" cy="3795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21" name="Text 19"/>
          <p:cNvSpPr/>
          <p:nvPr/>
        </p:nvSpPr>
        <p:spPr>
          <a:xfrm>
            <a:off x="10965098" y="3400351"/>
            <a:ext cx="3336020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Geração do código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965098" y="4026545"/>
            <a:ext cx="33360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965098" y="4545583"/>
            <a:ext cx="3123727" cy="1528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pom.xml e listener escritos a partir da spec; Worker acompanhado por App e Schedule.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4302569" y="2943262"/>
            <a:ext cx="247613" cy="247613"/>
          </a:xfrm>
          <a:prstGeom prst="ellipse">
            <a:avLst/>
          </a:prstGeom>
          <a:ln w="35719">
            <a:solidFill>
              <a:srgbClr val="5B7F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02569" y="3400351"/>
            <a:ext cx="3336224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Piloto e expansão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302569" y="4026545"/>
            <a:ext cx="33362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4302569" y="4545583"/>
            <a:ext cx="3123919" cy="1901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Squads-piloto na custódia, métricas de uso e o motor levado a outras áreas com arquitetura própria.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52500" y="7333878"/>
            <a:ext cx="1569720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25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sequência está priorizada; o calendário depende da capacidade acordada. Assumir prazo antes de acordar capacidade é o que transforma a iniciativa em dívida.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7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PEDIDO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0557"/>
            <a:ext cx="18021300" cy="77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65"/>
              </a:lnSpc>
              <a:buNone/>
            </a:pPr>
            <a:r>
              <a:rPr lang="en-US" sz="5400" b="1" spc="-81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Esta é a próxima etapa do que já construímos.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3004840"/>
            <a:ext cx="5671765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41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3709541"/>
            <a:ext cx="5671765" cy="472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38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Reconhecer como produto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" y="4315271"/>
            <a:ext cx="5310835" cy="12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 dono, backlog e espaço na capacidade do time, e não como iniciativa paralela.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6565739" y="3004840"/>
            <a:ext cx="5671970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41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65739" y="3709541"/>
            <a:ext cx="5671970" cy="472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38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Squads-piloto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565739" y="4315271"/>
            <a:ext cx="5311027" cy="12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Nos próximos projetos novos da custódia, com acompanhamento das métricas acordadas.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2179164" y="3004840"/>
            <a:ext cx="5671765" cy="5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241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179164" y="3709541"/>
            <a:ext cx="5671765" cy="472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38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Espaço nas demais áreas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179164" y="4315271"/>
            <a:ext cx="5310835" cy="12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33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Começando pelas que já têm arquitetura de referência escrita e o mesmo problema de aplicá-la.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52500" y="6240735"/>
            <a:ext cx="157162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já existe. A Custod.IA é como ela chega ao código.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2026-07-31T02:05:25Z</dcterms:created>
  <dcterms:modified xsi:type="dcterms:W3CDTF">2026-07-31T02:05:25Z</dcterms:modified>
</cp:coreProperties>
</file>