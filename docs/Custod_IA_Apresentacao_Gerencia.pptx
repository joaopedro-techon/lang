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Custod.IA — apresentação à gerência. Custódia de Ativos PF, Engenharia.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Reconhecer o que já foi feito: a arquitetura de referência está de pé, com padrões, camadas, segurança, integração e ADRs. É trabalho de meses e conquista real do time. Com o mapa pronto, apareceu a pergunta difícil: como esse desenho vira código, todo dia, em todo projeto? O documento, sozinho, não escreve linha nenhuma.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sintomas concretos. Primeiro: duas squads, a mesma arquitetura, as mesmas páginas, projetos completamente diferentes. Ninguém errou — interpretação varia, e documento é passivo. Segundo, o mais caro: a ordem da execução. Pedimos aos agentes que programem e só no fim uma pipeline verifica conformidade. Descobrimos o desvio no momento mais caro de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crítica às ferramentas: Devin e Claude Code entregam valor real e continuam. O ponto é que elas não conhecem a nossa arquitetura, as nossas ADRs, o domínio da custódia nem as nossas contas AWS. A pergunta deixou de ser qual ferramenta usar e passou a ser como aplicar o nosso padrão por cima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importante. Começamos perguntando como fazer a IA acertar mais; a pergunta certa é quando a IA deveria estar envolvida. Determinístico: mesma entrada, mesma saída, custo zero, risco zero. LLM: julgamento, insubstituível na ambiguidade. Onde já existe decisão, o fluxo é determinístico. Onde é preciso julgar, entra o modelo, com fronteira e aprovação.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decisão foi construir o nosso harness em casa, sobre o que o banco já oferece. Três motivos: controle sobre a evolução, engine reaproveitável entre N cases da custódia, e assentar sobre o IaraGenAI. Não construímos plataforma de IA nem substituímos ferramenta de codificação: construímos o trilho.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Custod.IA não é só um agente: é um produto. Um único lugar onde as soluções de IA da custódia moram, com governança, observabilidade e a arquitetura aplicada. Faz três coisas: dá start em projetos, tira dúvidas de arquitetura e tira dúvidas funcionais. E já é um pip install pelo Artifactory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pergunta que sempre aparece é sobre controle. A diferença entre um agente de mercado e um agente da casa é que aqui os limites são código. Decisão antes do código e versionada; aprovação humana em escrita e build; sandbox; só leitura na nuvem; tudo auditável em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Cases que já dá para desenhar sobre a engine: integrar com as APIs da custódia e responder com dado real; bases de conhecimento no IaraGenAI, uma por squad; e discovery entre times. Nos três a engine é a mesma — muda a base de conhecimento e as ferramentas plugadas.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LangGraph para orquestrar o agente: o fluxo vira um grafo, com nós e arestas. A regra deixa de estar escondida no código e passa a ser desenho. O mesmo motor roda os dois trilhos. Hoje já rodam a conversa iterativa, o /initialize e o /infra — os dois últimos sem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Cadastramos as bases de conhecimento no IaraGenAI e usamos a SDK para o retrieval; o retorno é injetado no contexto antes da resposta. A base é a do banco, sem índice paralelo. A decisão de buscar é do agente. A resposta vem do nosso documento, com 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vantagem do Custod.IA não é velocidade — velocidade é consequência. A vantagem é previsibilidade. Ele não pede para trocarmos de ferramenta; pede para invertermos a ordem: arquitetura aplicada antes do código, e não verificada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Fundação, RAG da arquitetura e o starter com infraestrutura estão entregues e rodando em máquina de desenvolvedor. À frente, geração de código e piloto: escopo previsto e priorizado, sem data comprometida — assumir prazo antes de acordar capacidade é como iniciativa vira dívida.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à mesa: definir dono e capacidade, o critério de priorização do backlog com dado de uso, e as squads-piloto com métricas acordadas — tempo até o primeiro deploy, desvios de arquitetura em revisão e custo por projeto configurado.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65609"/>
            <a:ext cx="838088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" name="Text 1"/>
          <p:cNvSpPr/>
          <p:nvPr/>
        </p:nvSpPr>
        <p:spPr>
          <a:xfrm>
            <a:off x="2019040" y="952500"/>
            <a:ext cx="655007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CUSTÓDIA DE ATIVOS PF · ENGENHARIA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154909"/>
            <a:ext cx="15716250" cy="1196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97"/>
              </a:lnSpc>
              <a:buNone/>
            </a:pPr>
            <a:r>
              <a:rPr lang="en-US" sz="9600" b="1" spc="-192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Do desenho ao código.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52500" y="5656027"/>
            <a:ext cx="157162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561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Custod.IA — o agente que leva a arquitetura de referência até o repositório.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013031"/>
            <a:ext cx="382858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Python · LangGraph · IaraGenAI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5032" y="9013031"/>
            <a:ext cx="302824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Apresentação à gerência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709980" y="9013031"/>
            <a:ext cx="190968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Agosto de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ONDE CHEGAMOS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está estabelecida.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412876"/>
            <a:ext cx="14519910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914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Padrões de projeto, camadas e regra de dependência, princípios de segurança, integração entre domínios — e as decisões registradas em ADR, com contexto, alternativa descartada e consequência.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143375"/>
            <a:ext cx="3909901" cy="3313844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314338" y="4524375"/>
            <a:ext cx="3504847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DEFINIDO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14338" y="5017182"/>
            <a:ext cx="3504847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Padrões e camadas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14338" y="5582729"/>
            <a:ext cx="3281811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Como o projeto se organiza, o que cada camada enxerga e os contratos entre as peças.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10014" y="4143375"/>
            <a:ext cx="3910087" cy="3313844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0" name="Text 8"/>
          <p:cNvSpPr/>
          <p:nvPr/>
        </p:nvSpPr>
        <p:spPr>
          <a:xfrm>
            <a:off x="5471852" y="4524375"/>
            <a:ext cx="350505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ACORDADO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71852" y="5017182"/>
            <a:ext cx="3505051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Segurança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71852" y="5582729"/>
            <a:ext cx="3282002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Princípios que valem para todo projeto novo — não a interpretação de cada um.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67713" y="4143375"/>
            <a:ext cx="3910087" cy="3313844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9629552" y="4524375"/>
            <a:ext cx="350505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CONECTADO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9552" y="5017182"/>
            <a:ext cx="3505051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Integração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29552" y="5582729"/>
            <a:ext cx="3282002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Como a custódia conversa com o resto do banco por contrato, e não por combinado informal.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425413" y="4143375"/>
            <a:ext cx="3910087" cy="3313844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8" name="Text 16"/>
          <p:cNvSpPr/>
          <p:nvPr/>
        </p:nvSpPr>
        <p:spPr>
          <a:xfrm>
            <a:off x="13787251" y="4524375"/>
            <a:ext cx="350505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REGISTRADO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87251" y="5017182"/>
            <a:ext cx="3505051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ADRs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787251" y="5582729"/>
            <a:ext cx="3282002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 escrita e datada. Quem chega depois lê por que, e não apenas o quê.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500" y="8938431"/>
            <a:ext cx="16344900" cy="434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4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Resta a pergunta difícil: como essa arquitetura de referência vira código nos nossos projetos?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PROBLEMA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mapa não vira código sozinho.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412876"/>
            <a:ext cx="14519910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914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Duas squads, a mesma arquitetura de referência, as mesmas páginas — e dois projetos completamente diferentes. Documentação é passiva por natureza.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706192"/>
            <a:ext cx="8067601" cy="2567099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314338" y="4087192"/>
            <a:ext cx="8078316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SINTOMA 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14338" y="4580000"/>
            <a:ext cx="8078316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distância é humana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14338" y="5145546"/>
            <a:ext cx="7564242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Depende de quem leu, de como interpretou e de quanto tempo teve. Projeto a projeto, dev a dev, sprint a sprint.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67713" y="3706192"/>
            <a:ext cx="8067787" cy="2567099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0" name="Text 8"/>
          <p:cNvSpPr/>
          <p:nvPr/>
        </p:nvSpPr>
        <p:spPr>
          <a:xfrm>
            <a:off x="9629552" y="4087192"/>
            <a:ext cx="807852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SINTOMA 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29552" y="4580000"/>
            <a:ext cx="8078521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ordem está invertida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29552" y="5145546"/>
            <a:ext cx="7564433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Pedimos aos agentes que programem e só no fim uma pipeline verifica a conformidade — quando corrigir já é caro.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" y="6844605"/>
            <a:ext cx="24098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HOJE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314588" y="6692243"/>
            <a:ext cx="1916720" cy="63810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3581288" y="6844643"/>
            <a:ext cx="1459520" cy="3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código livre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02647" y="6838652"/>
            <a:ext cx="3429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840760" y="6692243"/>
            <a:ext cx="2444688" cy="63810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8" name="Text 16"/>
          <p:cNvSpPr/>
          <p:nvPr/>
        </p:nvSpPr>
        <p:spPr>
          <a:xfrm>
            <a:off x="6107460" y="6844643"/>
            <a:ext cx="1987488" cy="3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pipeline verifica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56786" y="6838652"/>
            <a:ext cx="3429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894899" y="6692243"/>
            <a:ext cx="3271428" cy="63810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1" name="Text 19"/>
          <p:cNvSpPr/>
          <p:nvPr/>
        </p:nvSpPr>
        <p:spPr>
          <a:xfrm>
            <a:off x="9161599" y="6844643"/>
            <a:ext cx="2836171" cy="3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retrabalho caro, no fim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52500" y="7673206"/>
            <a:ext cx="24098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FALTA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314588" y="7520843"/>
            <a:ext cx="2969121" cy="638101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4" name="Text 22"/>
          <p:cNvSpPr/>
          <p:nvPr/>
        </p:nvSpPr>
        <p:spPr>
          <a:xfrm>
            <a:off x="3581288" y="7673243"/>
            <a:ext cx="2524795" cy="3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arquitetura aplicada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455048" y="7667253"/>
            <a:ext cx="3429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→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893161" y="7520843"/>
            <a:ext cx="1339267" cy="638101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7" name="Text 25"/>
          <p:cNvSpPr/>
          <p:nvPr/>
        </p:nvSpPr>
        <p:spPr>
          <a:xfrm>
            <a:off x="7159861" y="7673243"/>
            <a:ext cx="882067" cy="3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código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403766" y="7667253"/>
            <a:ext cx="3429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→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8841879" y="7520843"/>
            <a:ext cx="2631095" cy="638101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0" name="Text 28"/>
          <p:cNvSpPr/>
          <p:nvPr/>
        </p:nvSpPr>
        <p:spPr>
          <a:xfrm>
            <a:off x="9108579" y="7673243"/>
            <a:ext cx="2176628" cy="371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pipeline confirma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52500" y="8938431"/>
            <a:ext cx="16344900" cy="434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4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Precisamos de estratégia para aplicar a arquitetura no código — não de mais documentação sobre ela.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FALTA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6874490" cy="147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 ferramentas de mercado são boas — e seguem com a gente.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3132832"/>
            <a:ext cx="14519910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914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Devin, Claude Code e os demais entregam valor real no nosso dia a dia. O que falta não está nelas.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30898"/>
            <a:ext cx="8067601" cy="24525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6201" y="4654600"/>
            <a:ext cx="8162218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ELAS FAZEM BEM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76201" y="5147407"/>
            <a:ext cx="8162218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Velocidade já medida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76201" y="5712954"/>
            <a:ext cx="7642804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Escrever, refatorar, testar e explicar código. Isso não está em discussão e segue com a gente.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67713" y="4330898"/>
            <a:ext cx="8067787" cy="24525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591415" y="4654600"/>
            <a:ext cx="816242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ELAS NÃO TÊM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91415" y="5147407"/>
            <a:ext cx="8162423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contexto da casa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591415" y="5712954"/>
            <a:ext cx="7642996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nossa arquitetura, as nossas ADRs, o domínio da custódia e as nossas contas AWS. Isso não vem de fábrica.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7107101"/>
            <a:ext cx="3909901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7278253"/>
            <a:ext cx="430089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Contexto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2500" y="7744830"/>
            <a:ext cx="402719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Colocar a nossa arquitetura no caminho do modelo.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110014" y="7107101"/>
            <a:ext cx="3910087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110014" y="7278253"/>
            <a:ext cx="43010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Fronteira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110014" y="7744830"/>
            <a:ext cx="402739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já foi decidido não se reinterpreta a cada projeto.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267713" y="7107101"/>
            <a:ext cx="3910087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20" name="Text 18"/>
          <p:cNvSpPr/>
          <p:nvPr/>
        </p:nvSpPr>
        <p:spPr>
          <a:xfrm>
            <a:off x="9267713" y="7278253"/>
            <a:ext cx="43010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Repetibilidade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267713" y="7744830"/>
            <a:ext cx="402739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regra sai igual todas as vezes.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425413" y="7107101"/>
            <a:ext cx="3910087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3425413" y="7278253"/>
            <a:ext cx="43010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Reaproveitamento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425413" y="7744830"/>
            <a:ext cx="402739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bom prompt resolve um projeto; um trilho resolve todos.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52500" y="8938431"/>
            <a:ext cx="16344900" cy="434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4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pergunta não é qual ferramenta usar, e sim como aplicar o nosso padrão por cima delas.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VIRADA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5697200" cy="13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529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pergunta não é qual ferramenta usar. É quando usar cada tipo de fluxo.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5543290" y="3184178"/>
            <a:ext cx="6234317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determinístico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543290" y="3777072"/>
            <a:ext cx="5667561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11667939" y="3184178"/>
            <a:ext cx="6234317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com LLM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667939" y="3777072"/>
            <a:ext cx="5667561" cy="37951"/>
          </a:xfrm>
          <a:prstGeom prst="rect">
            <a:avLst/>
          </a:prstGeom>
          <a:solidFill>
            <a:srgbClr val="5B7FD1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062636"/>
            <a:ext cx="45470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decide o passo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543290" y="4062636"/>
            <a:ext cx="6234317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código — arestas explícitas do grafo.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667939" y="4062636"/>
            <a:ext cx="6234317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modelo, a partir do contexto.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" y="4670227"/>
            <a:ext cx="45470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Mesma entrada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43290" y="4670227"/>
            <a:ext cx="6234317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Sempre a mesma saída.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667939" y="4670227"/>
            <a:ext cx="6234317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Saída não garantida.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5277817"/>
            <a:ext cx="45470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Serve para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543290" y="5277817"/>
            <a:ext cx="583758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Coletar requisitos, validar, configurar infraestrutura e aplicar regra já decidida.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667939" y="5277817"/>
            <a:ext cx="583758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Interpretar texto livre, explicar o domínio e escrever código a partir de decisão fechada.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6245386"/>
            <a:ext cx="45470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Risco e custo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543290" y="6245386"/>
            <a:ext cx="6234317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Nenhum. Custo de token: zero.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667939" y="6245386"/>
            <a:ext cx="583758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Alucinação e drift — por isso, sempre com freio.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" y="8938431"/>
            <a:ext cx="16973550" cy="434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48"/>
              </a:lnSpc>
              <a:buNone/>
            </a:pPr>
            <a:r>
              <a:rPr lang="en-US" sz="240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é quem sabe a diferença e escolhe o trilho certo a cada passo.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Construir o harness em casa, sobre o que o banco já tem.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2352"/>
            <a:ext cx="5295863" cy="3687217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5" name="Text 3"/>
          <p:cNvSpPr/>
          <p:nvPr/>
        </p:nvSpPr>
        <p:spPr>
          <a:xfrm>
            <a:off x="1314338" y="3003352"/>
            <a:ext cx="502940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14338" y="3496159"/>
            <a:ext cx="5029405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Controle sobre a evolução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14338" y="4061706"/>
            <a:ext cx="4709352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Uma necessidade nova da custódia vira feature na nossa agenda, com o contexto que só nós temos, sem depender do roadmap de terceiros.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95976" y="2622352"/>
            <a:ext cx="5295863" cy="3687217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6857814" y="3003352"/>
            <a:ext cx="502940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7814" y="3496159"/>
            <a:ext cx="5029405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engine é ativo reaproveitável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7814" y="4061706"/>
            <a:ext cx="4709352" cy="190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Orquestração, guardrails e integração ficam numa base que serve a N cases. O primeiro case paga a engine; do segundo em diante, o custo marginal é pequeno.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39451" y="2622352"/>
            <a:ext cx="5296049" cy="3687217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01290" y="3003352"/>
            <a:ext cx="502960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01290" y="3496159"/>
            <a:ext cx="5029609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Assenta sobre o IaraGenAI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01290" y="4061706"/>
            <a:ext cx="4709543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Modelos democratizados, gateway autenticado e Knowledge Base vetorial já existem na casa. Consumimos a plataforma do banco.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8511853"/>
            <a:ext cx="15893415" cy="8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Não estamos construindo uma plataforma de IA nem substituindo ferramenta de codificação. Estamos construindo o trilho que aplica a nossa arquitetura.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não é um script. É um produto.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412876"/>
            <a:ext cx="14519910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914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único lugar para as soluções de IA da custódia, com governança, observabilidade e a nossa arquitetura aplicada.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553830"/>
            <a:ext cx="5295863" cy="308539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839580"/>
            <a:ext cx="51967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FUNÇÃO 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8250" y="4313411"/>
            <a:ext cx="5196799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Dar start em projetos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38250" y="4859982"/>
            <a:ext cx="4866094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projeto novo que nasce dentro do padrão, com a infraestrutura configurada — por construção, não por revisão no fim.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95976" y="3553830"/>
            <a:ext cx="5295863" cy="308539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0" name="Text 8"/>
          <p:cNvSpPr/>
          <p:nvPr/>
        </p:nvSpPr>
        <p:spPr>
          <a:xfrm>
            <a:off x="6781726" y="3839580"/>
            <a:ext cx="519679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FUNÇÃO 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81726" y="4313411"/>
            <a:ext cx="5196799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Dúvidas de arquitetura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781726" y="4859982"/>
            <a:ext cx="4866094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de referência respondendo no terminal, ancorada no documento oficial — não no palpite do modelo.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039451" y="3553830"/>
            <a:ext cx="5296049" cy="308539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25201" y="3839580"/>
            <a:ext cx="51970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FUNÇÃO 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25201" y="4313411"/>
            <a:ext cx="5197004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Dúvidas funcionais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325201" y="4859982"/>
            <a:ext cx="4866285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domínio da custódia — regras, fluxos e significados — no mesmo lugar onde o dev já está.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" y="6905811"/>
            <a:ext cx="5295863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057988"/>
            <a:ext cx="5825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Governança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2500" y="7505588"/>
            <a:ext cx="5454739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Os limites são código, não recomendação em prompt.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495976" y="6905811"/>
            <a:ext cx="5295863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5976" y="7057988"/>
            <a:ext cx="5825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Observabilidade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495976" y="7505588"/>
            <a:ext cx="5454739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usou, para quê e quanto custou. Uso vira dado, e dado prioriza backlog.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039451" y="6905811"/>
            <a:ext cx="5296049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24" name="Text 22"/>
          <p:cNvSpPr/>
          <p:nvPr/>
        </p:nvSpPr>
        <p:spPr>
          <a:xfrm>
            <a:off x="12039451" y="7057988"/>
            <a:ext cx="58256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Aplicabilidade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39451" y="7505588"/>
            <a:ext cx="545493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chega ao repositório, único lugar onde ela conta.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2500" y="8544223"/>
            <a:ext cx="16383000" cy="790277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1257226" y="8778627"/>
            <a:ext cx="38711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D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custodia-cli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081178" y="8772674"/>
            <a:ext cx="89748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Distribuído pelo Artifactory interno. Instalável, versionado e em uso.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GOVERNANÇA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Onde a IA entra, ela entra com freio.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584400"/>
            <a:ext cx="5308699" cy="34967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57226" y="2889126"/>
            <a:ext cx="516917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ORDEM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57226" y="3362958"/>
            <a:ext cx="5169173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decisão vem antes do código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57226" y="3909529"/>
            <a:ext cx="4840225" cy="190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spec é fechada de forma determinística e versionada. Depois dela, o modelo pode errar escrevendo código — não errando o que foi decidido.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89650" y="2584400"/>
            <a:ext cx="5308699" cy="34967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794376" y="2889126"/>
            <a:ext cx="516917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APROVAÇÃO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794376" y="3362958"/>
            <a:ext cx="5169173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Human-in-the-loop obrigatório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794376" y="3909529"/>
            <a:ext cx="4840225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em arquivo e todo comando de build param e pedem aprovação, com o conteúdo na tela.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26801" y="2584400"/>
            <a:ext cx="5308699" cy="34967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31526" y="2889126"/>
            <a:ext cx="516917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ESCOPO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331526" y="3362958"/>
            <a:ext cx="5169173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Sandbox na pasta do projeto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331526" y="3909529"/>
            <a:ext cx="4840225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As ferramentas do agente não alcançam nada fora do repositório em que ele está rodando.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6309568"/>
            <a:ext cx="5308699" cy="3123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226" y="6614294"/>
            <a:ext cx="516917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NUVEM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7226" y="7088125"/>
            <a:ext cx="5169173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Somente leitura na AWS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257226" y="7634697"/>
            <a:ext cx="4840225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consulta e nunca aplica. Quem aplica é o Terraform, pelo pipeline de sempre, com a aprovação de sempre.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489650" y="6309568"/>
            <a:ext cx="5308699" cy="3123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94376" y="6614294"/>
            <a:ext cx="516917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RASTRO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794376" y="7088125"/>
            <a:ext cx="5169173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Auditável em PR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794376" y="7634697"/>
            <a:ext cx="4840225" cy="11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 vai para o repositório e é revisada separadamente do código gerado a partir dela.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026801" y="6309568"/>
            <a:ext cx="5308699" cy="31233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5" name="Text 23"/>
          <p:cNvSpPr/>
          <p:nvPr/>
        </p:nvSpPr>
        <p:spPr>
          <a:xfrm>
            <a:off x="12331526" y="7254255"/>
            <a:ext cx="4840225" cy="1272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É isso que permite dizer sim para IA em projeto novo sem abrir mão de controle.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OS CASES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Uma engine, vários cases da custódia.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2352"/>
            <a:ext cx="5295863" cy="3687217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5" name="Text 3"/>
          <p:cNvSpPr/>
          <p:nvPr/>
        </p:nvSpPr>
        <p:spPr>
          <a:xfrm>
            <a:off x="1314338" y="3003352"/>
            <a:ext cx="502940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CASE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14338" y="3496159"/>
            <a:ext cx="5029405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APIs da custódia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14338" y="4061706"/>
            <a:ext cx="4709352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consulta as nossas próprias APIs e responde com dado real, não com descrição de contrato — no terminal, sem trocar de ferramenta.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95976" y="2622352"/>
            <a:ext cx="5295863" cy="3687217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6857814" y="3003352"/>
            <a:ext cx="502940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CASE 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7814" y="3496159"/>
            <a:ext cx="5029405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Uma base por squad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7814" y="4061706"/>
            <a:ext cx="4709352" cy="190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Cada squad mantém a sua base no IaraGenAI. O Custod.IA escuta todas e responde perguntas funcionais. Quem é dono do conhecimento continua dono.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39451" y="2622352"/>
            <a:ext cx="5296049" cy="3687217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01290" y="3003352"/>
            <a:ext cx="5029609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CASE 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01290" y="3496159"/>
            <a:ext cx="5029609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Discovery entre times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01290" y="4061706"/>
            <a:ext cx="4709543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Num único lugar, as bases de times diferentes. Descobrir como outro time resolveu algo deixa de exigir uma call e vira uma pergunta.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8511853"/>
            <a:ext cx="15893415" cy="8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engine é a mesma nos três cases: muda a base de conhecimento e as ferramentas plugadas. Por isso valeu construir engine, e não script.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LangGraph: o fluxo do agente vira um diagrama.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489150"/>
            <a:ext cx="8759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Nó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2917775"/>
            <a:ext cx="8201749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passo isolado: perguntar a fila, consultar a AWS, chamar o modelo, gravar a decisão. Dá para testar e trocar um sem mexer nos outros.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4245322"/>
            <a:ext cx="8759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Aresta condicional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4673947"/>
            <a:ext cx="8201749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regra fica visível no desenho, em vez de virar um if perdido no meio de duzentas linhas.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5641516"/>
            <a:ext cx="8759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Pausa e retomada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6070141"/>
            <a:ext cx="8201749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congela, diz o que precisa saber e espera. Hoje responde o terminal; amanhã pode ser uma tela web.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7037710"/>
            <a:ext cx="8759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motor só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" y="7466335"/>
            <a:ext cx="8201749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Determinístico e com LLM são grafos na mesma biblioteca. Uma forma de orquestrar, e a engine inteira reaproveitável.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451" y="2489150"/>
            <a:ext cx="7963049" cy="5697141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13" name="Text 11"/>
          <p:cNvSpPr/>
          <p:nvPr/>
        </p:nvSpPr>
        <p:spPr>
          <a:xfrm>
            <a:off x="9658201" y="2774900"/>
            <a:ext cx="81307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Custod.IA — agente da custódia de ativos PF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58201" y="3229570"/>
            <a:ext cx="81307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qual é o padrão de retry do listener SQS?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58201" y="3684240"/>
            <a:ext cx="81307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D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buscar_conhecimento · KB da arquitetura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58201" y="4138910"/>
            <a:ext cx="7613295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 ancorada no documento oficial, com a fonte citada.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58201" y="4992067"/>
            <a:ext cx="81307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A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/initialize · spec do projeto · zero token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58201" y="5446737"/>
            <a:ext cx="813070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A6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/infra · terraform de dev, hom e prod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52500" y="8472041"/>
            <a:ext cx="5295863" cy="1143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0" name="Text 18"/>
          <p:cNvSpPr/>
          <p:nvPr/>
        </p:nvSpPr>
        <p:spPr>
          <a:xfrm>
            <a:off x="1200113" y="8662541"/>
            <a:ext cx="52807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Conversa iterativa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00113" y="9091166"/>
            <a:ext cx="52807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Em uso · assistida por LLM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495976" y="8472041"/>
            <a:ext cx="5295863" cy="1143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3" name="Text 21"/>
          <p:cNvSpPr/>
          <p:nvPr/>
        </p:nvSpPr>
        <p:spPr>
          <a:xfrm>
            <a:off x="6743588" y="8662541"/>
            <a:ext cx="52807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/initialize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743588" y="9091166"/>
            <a:ext cx="52807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Em uso · sem token de LLM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2039451" y="8472041"/>
            <a:ext cx="5296049" cy="1143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26" name="Text 24"/>
          <p:cNvSpPr/>
          <p:nvPr/>
        </p:nvSpPr>
        <p:spPr>
          <a:xfrm>
            <a:off x="12287064" y="8662541"/>
            <a:ext cx="52809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/infra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287064" y="9091166"/>
            <a:ext cx="52809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Em uso · sem token de LLM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· RAG DA ARQUITETURA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referência, respondendo.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412876"/>
            <a:ext cx="14519910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914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Bases cadastradas na plataforma do IaraGenAI e retrieval pela SDK — o retorno é injetado no contexto antes da resposta.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668241"/>
            <a:ext cx="3068278" cy="1673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088" y="3953991"/>
            <a:ext cx="278861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19088" y="4389686"/>
            <a:ext cx="27886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Pergunta do dev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92116" y="4332573"/>
            <a:ext cx="3429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630229" y="3668241"/>
            <a:ext cx="3828790" cy="1673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96817" y="3953991"/>
            <a:ext cx="362517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896817" y="4389686"/>
            <a:ext cx="339448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julga se é sobre o nosso padrão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30357" y="4332573"/>
            <a:ext cx="3429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068470" y="3668241"/>
            <a:ext cx="3828790" cy="16739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4" name="Text 12"/>
          <p:cNvSpPr/>
          <p:nvPr/>
        </p:nvSpPr>
        <p:spPr>
          <a:xfrm>
            <a:off x="9335058" y="3953991"/>
            <a:ext cx="362517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35058" y="4389686"/>
            <a:ext cx="339448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Retrieval via SDK do IaraGenAI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068598" y="4332573"/>
            <a:ext cx="34297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506710" y="3668241"/>
            <a:ext cx="3828790" cy="16739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8" name="Text 16"/>
          <p:cNvSpPr/>
          <p:nvPr/>
        </p:nvSpPr>
        <p:spPr>
          <a:xfrm>
            <a:off x="13773299" y="3953991"/>
            <a:ext cx="362517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73299" y="4389686"/>
            <a:ext cx="339448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Resposta ancorada no documento, com a fonte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5723186"/>
            <a:ext cx="5295863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5894338"/>
            <a:ext cx="5825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base é a do banco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52500" y="6360914"/>
            <a:ext cx="5454739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indexação vem da solução interna de embedding do IaraGenAI. Não mantemos índice paralelo nem duplicamos conteúdo.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495976" y="5723186"/>
            <a:ext cx="5295863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5976" y="5894338"/>
            <a:ext cx="5825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 de buscar é do agente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495976" y="6360914"/>
            <a:ext cx="5454739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Buscar sempre custa token e traz ruído. Julgar se a pergunta é sobre o nosso padrão é onde a IA agrega.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039451" y="5723186"/>
            <a:ext cx="5296049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2039451" y="5894338"/>
            <a:ext cx="58256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resposta vem do nosso documento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039451" y="6360914"/>
            <a:ext cx="545493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a diferença entre consultar a arquitetura e ouvir um palpite plausível do modelo.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2500" y="8923176"/>
            <a:ext cx="16973550" cy="449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deixa de ser um documento que ninguém abre e passa a responder no terminal.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MUDA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6874490" cy="147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vantagem é previsibilidade. Velocidade é consequência.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3304356"/>
            <a:ext cx="8759149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Hoje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52500" y="3897250"/>
            <a:ext cx="7962863" cy="37951"/>
          </a:xfrm>
          <a:prstGeom prst="rect">
            <a:avLst/>
          </a:prstGeom>
          <a:solidFill>
            <a:srgbClr val="5B7FD1"/>
          </a:solidFill>
          <a:ln/>
        </p:spPr>
      </p:sp>
      <p:sp>
        <p:nvSpPr>
          <p:cNvPr id="6" name="Text 4"/>
          <p:cNvSpPr/>
          <p:nvPr/>
        </p:nvSpPr>
        <p:spPr>
          <a:xfrm>
            <a:off x="9372451" y="3304356"/>
            <a:ext cx="8759354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Com o Custod.IA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451" y="3897250"/>
            <a:ext cx="7963049" cy="37951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182814"/>
            <a:ext cx="8201749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é um documento que alguém precisa lembrar de abrir.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451" y="4182814"/>
            <a:ext cx="8759354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responde onde o dev está.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5150383"/>
            <a:ext cx="8759149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Cada squad interpreta e entrega diferente.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372451" y="5150383"/>
            <a:ext cx="8759354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regra sai igual, todas as vezes.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5757974"/>
            <a:ext cx="8759149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conformidade é auditada no fim, quando corrigir é caro.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72451" y="5757974"/>
            <a:ext cx="8759354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projeto nasce aderente e a pipeline confirma.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6365565"/>
            <a:ext cx="8759149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Cada case de IA nasce do zero.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372451" y="6365565"/>
            <a:ext cx="8759354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Uma engine, vários cases da custódia.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6973156"/>
            <a:ext cx="8759149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IA opina em tudo.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72451" y="6973156"/>
            <a:ext cx="8759354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IA entra onde há julgamento — e com freio.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" y="8511853"/>
            <a:ext cx="15893415" cy="8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Não é sobre trocar de ferramenta: é sobre mudar a ordem — arquitetura antes do código, e não verificação depois.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LINHA DO TEMPO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caminho já está desenhado. A data, ainda não.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2352"/>
            <a:ext cx="3109020" cy="76088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50803"/>
            <a:ext cx="341992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324634"/>
            <a:ext cx="3419921" cy="388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12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Fundação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3827301"/>
            <a:ext cx="3202290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CLI pelo Artifactory, conversa iterativa, guardrails e sandbox.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270995" y="2622352"/>
            <a:ext cx="3109020" cy="76088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9" name="Text 7"/>
          <p:cNvSpPr/>
          <p:nvPr/>
        </p:nvSpPr>
        <p:spPr>
          <a:xfrm>
            <a:off x="4270995" y="2850803"/>
            <a:ext cx="341992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270995" y="3324634"/>
            <a:ext cx="3419921" cy="388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12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RAG da arquitetura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70995" y="3827301"/>
            <a:ext cx="3202290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decide quando consultar a base vetorial no IaraGenAI.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589490" y="2622352"/>
            <a:ext cx="3109020" cy="76088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490" y="2850803"/>
            <a:ext cx="341992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ESTAMOS AQUI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589490" y="3324634"/>
            <a:ext cx="3419921" cy="388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12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Starter e infraestrutura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89490" y="3827301"/>
            <a:ext cx="3202290" cy="147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/initialize e /infra: spec determinística e Terraform dos três ambientes.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907985" y="2622352"/>
            <a:ext cx="3109020" cy="76088"/>
          </a:xfrm>
          <a:prstGeom prst="rect">
            <a:avLst/>
          </a:prstGeom>
          <a:solidFill>
            <a:srgbClr val="D8D2C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07985" y="2850803"/>
            <a:ext cx="341992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907985" y="3324634"/>
            <a:ext cx="3419921" cy="388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12"/>
              </a:lnSpc>
              <a:buNone/>
            </a:pPr>
            <a:r>
              <a:rPr lang="en-US" sz="2400" b="1" dirty="0">
                <a:solidFill>
                  <a:srgbClr val="6B728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Geração do código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07985" y="3827301"/>
            <a:ext cx="3202290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Código escrito a partir da spec fechada; ampliar além do worker.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4226480" y="2622352"/>
            <a:ext cx="3109020" cy="76088"/>
          </a:xfrm>
          <a:prstGeom prst="rect">
            <a:avLst/>
          </a:prstGeom>
          <a:solidFill>
            <a:srgbClr val="D8D2C8"/>
          </a:solidFill>
          <a:ln/>
        </p:spPr>
      </p:sp>
      <p:sp>
        <p:nvSpPr>
          <p:cNvPr id="21" name="Text 19"/>
          <p:cNvSpPr/>
          <p:nvPr/>
        </p:nvSpPr>
        <p:spPr>
          <a:xfrm>
            <a:off x="14226480" y="2850803"/>
            <a:ext cx="341992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226480" y="3324634"/>
            <a:ext cx="3419921" cy="388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12"/>
              </a:lnSpc>
              <a:buNone/>
            </a:pPr>
            <a:r>
              <a:rPr lang="en-US" sz="2400" b="1" dirty="0">
                <a:solidFill>
                  <a:srgbClr val="6B728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Piloto e expansão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226480" y="3827301"/>
            <a:ext cx="3202290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Squads-piloto, métricas de uso e os cases apresentados.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2500" y="8511853"/>
            <a:ext cx="15893415" cy="8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Linha cheia é o que já roda em máquina de desenvolvedor. O escopo previsto está priorizado, mas sem data comprometida: assumir prazo antes de acordar capacidade é como a iniciativa vira dívida.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7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PEDIDO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3444"/>
            <a:ext cx="1802130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73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Esta é a próxima etapa do que já construímos.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622352"/>
            <a:ext cx="5295863" cy="3602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14338" y="3003352"/>
            <a:ext cx="5029405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69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14338" y="3784327"/>
            <a:ext cx="5029405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Como o produto evolui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14338" y="4349874"/>
            <a:ext cx="4709352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é o dono do Custod.IA e com que capacidade acordada — reconhecendo-o como produto, e não como iniciativa paralela.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95976" y="2622352"/>
            <a:ext cx="5295863" cy="3602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7814" y="3003352"/>
            <a:ext cx="5029405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69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7814" y="3784327"/>
            <a:ext cx="5029405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Como fica o backlog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7814" y="4349874"/>
            <a:ext cx="4709352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prioriza e com que critério. A proposta é priorizar com dado de uso — a observabilidade existe exatamente para isso.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39451" y="2622352"/>
            <a:ext cx="5296049" cy="3602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01290" y="3003352"/>
            <a:ext cx="5029609" cy="6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69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401290" y="3784327"/>
            <a:ext cx="5029609" cy="43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14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Quais squads pilotam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01290" y="4349874"/>
            <a:ext cx="4709543" cy="1531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Métricas acordadas: tempo até o primeiro deploy, desvios de arquitetura em revisão e custo por projeto configurado.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8511853"/>
            <a:ext cx="15893415" cy="86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de referência já existe. A pergunta era como ela chega ao código — o Custod.IA é a nossa resposta.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2026-08-02T12:24:59Z</dcterms:created>
  <dcterms:modified xsi:type="dcterms:W3CDTF">2026-08-02T12:24:59Z</dcterms:modified>
</cp:coreProperties>
</file>